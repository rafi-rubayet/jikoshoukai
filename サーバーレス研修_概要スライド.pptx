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3375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Lambda・API Gateway・S3・RDS・Cognito で学んだサーバーレス開発の基礎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研修内容の振り返り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4434840"/>
            <a:ext cx="2926080" cy="0"/>
          </a:xfrm>
          <a:prstGeom prst="line">
            <a:avLst/>
          </a:prstGeom>
          <a:noFill/>
          <a:ln w="25400">
            <a:solidFill>
              <a:srgbClr val="0B53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／ Lambda ／ API Gateway ／ S3 ／ RDS・Aurora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研修の目的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「サーバーを意識しない」開発スタイル（サーバーレス）を、実際に手を動かして体験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89904" y="2057400"/>
            <a:ext cx="0" cy="397764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従来型の開発（サーバーを意識する開発）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仮想マシン等のサーバー運用・管理が必要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37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インフラ管理に工数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B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スケールを見越した事前設計が必要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サーバーレス開発（サーバーを意識しない開発）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サーバー運用管理の手間を削減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0540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仮想マシン等の管理からの解放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639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アプリケーションロジック開発に注力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950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ビジネス価値を生む部分に時間を確保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5354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5354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スモールスタートが可能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小さく始めて、必要に応じて拡張可能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研修で使用した技術・環境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Cloudプロバイダ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60020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134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3134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 Studio Code Server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26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プログラム実行環境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026664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Lambda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398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リレーショナルDB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739896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Aurora / RDS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5312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API構築・デプロイ・管理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45312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API Gateway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111496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16636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516636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824728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システム全体アーキテクチャ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0052" y="2468880"/>
            <a:ext cx="178308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53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0052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70052" y="3127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3132" y="3086100"/>
            <a:ext cx="384048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37180" y="2468880"/>
            <a:ext cx="178308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53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7180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37180" y="3127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静的Webサイト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0260" y="3086100"/>
            <a:ext cx="384048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04308" y="2468880"/>
            <a:ext cx="178308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53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04308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04308" y="3127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87388" y="3086100"/>
            <a:ext cx="384048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71436" y="2468880"/>
            <a:ext cx="178308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53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1436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71436" y="3127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関数実行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54516" y="3086100"/>
            <a:ext cx="384048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38564" y="2468880"/>
            <a:ext cx="178308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53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38564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Aurora / RDS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538564" y="3127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95848" y="3703320"/>
            <a:ext cx="0" cy="96012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90008" y="46634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090008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Cognito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90008" y="5120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ユーザー認証（オプション）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ブラウザから静的サイト（S3）を配信。API Gateway 経由で Lambda を呼び出し、Aurora / RDS へアクセスする構成。認証が必要な場合は Cognito で保護。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研修モジュール構成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331720"/>
            <a:ext cx="10104120" cy="0"/>
          </a:xfrm>
          <a:prstGeom prst="line">
            <a:avLst/>
          </a:prstGeom>
          <a:noFill/>
          <a:ln w="25400">
            <a:solidFill>
              <a:srgbClr val="DCDF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" y="27432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オリエンテーション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" y="320040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AWS環境・IDEのセットアップ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43784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437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30552" y="27432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Lambda関数（１）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30552" y="320040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関数作成／環境変数／バージョン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51376" y="27432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Lambda関数（２）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151376" y="320040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RDS接続／レイヤーの活用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85432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854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7432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20040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REST API／パスパラメータ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06256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0625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4" y="27432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静的Webサイト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193024" y="320040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S3ホスティング／CORS対応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927080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3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27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13848" y="27432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クリーンアップ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213848" y="320040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作成したリソースの削除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2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097280" y="48280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X1．Cognito（ユーザー認証）― 参考モジュール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51480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ユーザープール作成からAPI Gatewayオーソライザーまでを扱うが、本セッションでは時間の都合上、概要のみ紹介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Lambda関数の学習ポイント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関数の作成・アップロード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コードをZIP化してLambdaへ新規登録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53949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環境変数の利用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設定値をコードから切り離して管理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624328"/>
            <a:ext cx="53949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バージョンの発行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172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コード変更をスナップショットとして保持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58768"/>
            <a:ext cx="53949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エイリアスの作成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172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バージョンに別名を付与し、切り替えを容易化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858768"/>
            <a:ext cx="53949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レイヤーの活用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407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共通ライブラリを複数の関数で共有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093208"/>
            <a:ext cx="53949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RDS／Auroraとの連携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407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SQLを実行し、データを読み書き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5093208"/>
            <a:ext cx="53949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Gateway・静的Webサイトの学習ポイント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9904" y="1600200"/>
            <a:ext cx="0" cy="429768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REST APIとリソースの作成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237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API・リソース・HTTPメソッドを設計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パスパラメータの利用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4838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/book/{id} のような動的なURL設計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Lambda統合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443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Lambdaプロキシ統合でバックエンドと接続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静的Webサイト（S3）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S3での静的Webサイトホスティング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5237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HTMLをバケットに配置して公開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ブラウザからAPIを呼び出し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4838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JavaScriptからAPI Gatewayへリクエスト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114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CORS対応・プリフライト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4443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OPTIONSメソッドで事前確認に対応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（参考）Cognitoによるユーザー認証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時間の都合上、今回のトレーニングでは詳細を扱わず、概要のみ紹介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0868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0868" y="2697480"/>
            <a:ext cx="260604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0868" y="2834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ユーザープールの作成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0868" y="33649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ユーザープール／クライアントでユーザーを管理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156052" y="2167128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DF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75508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75508" y="2697480"/>
            <a:ext cx="260604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5508" y="2834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サインアップ・ユーザー確認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75508" y="33649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登録後、確認コードでユーザーを有効化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90692" y="2167128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DF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0148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148" y="2697480"/>
            <a:ext cx="260604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0148" y="2834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ログイン・IDトークン取得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10148" y="33649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認証成功後にIDトークンを取得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25332" y="2167128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DF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44788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44788" y="2697480"/>
            <a:ext cx="260604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44788" y="2834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Gatewayオーソライザー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44788" y="33649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取得したトークンでAPIアクセスを保護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詳細は研修コンテンツ「X1. Cognito」を参照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80136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サーバーレスの主要サービスを一通り体験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40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Lambda／API Gateway／S3／RDSを使ったアプリケーション構築の基礎を習得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1868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コスト発生防止のため、リソースは都度削除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657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使用済みのLambda・API Gateway・S3・DB関連リソースをクリーンアップ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881360" cy="0"/>
          </a:xfrm>
          <a:prstGeom prst="line">
            <a:avLst/>
          </a:prstGeom>
          <a:noFill/>
          <a:ln w="12700">
            <a:solidFill>
              <a:srgbClr val="DCDF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6360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5074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各自の復習に加え、Cognito連携やCI/CDなど応用的な構成にも挑戦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 アーキテクチャ研修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C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2026-09-12T14:57:12Z</dcterms:created>
  <dcterms:modified xsi:type="dcterms:W3CDTF">2026-09-12T14:57:12Z</dcterms:modified>
</cp:coreProperties>
</file>